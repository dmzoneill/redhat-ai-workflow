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Personas &amp; Auto-Remediation</a:t>
            </a:r>
            <a:br/>
            <a:r>
              <a:t>TL;DR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What is an AI Assistant?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1-10)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The Foundation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LLMs are stateless - forget everything between sessions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Context window (~200K tokens) = AI's "working memory"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Better prompts = better results (structure, context, constraints)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The Gap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AI can explain HOW to do things, but can't DO them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MCP (Model Context Protocol) gives AI tools to take action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Prompt databases (/coffee, /start-work) provide consistency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Key Insight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Memory is the missing piece for continuity across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Why Personas Over Multiple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Dynamic Personas vs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11-17)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The Problem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Multi-agent = coordination overhead, state sync, higher costs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Stateless agents create disjoint, chaotic work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Tool limit: ~80 practical, but we have 263 tools!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The Solution: Dynamic Personas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Single Claude instance wearing different "hats"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Personas are tool configuration profiles, not separate AIs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👨‍💻 Developer (~78), 🔧 DevOps (~74), 🚨 Incident (~78), 📦 Release (~91)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How It Works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"Load devops agent" → unload current → load k8s/bonfire/quay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Cursor refreshes tool list automatically via MCP notification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Skills - Multi-Step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YAML-Defined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18-23)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What Are Skills?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YAML workflows that chain multiple tools together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"Start work" = view issue + create branch + update status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55 production skills across 8 categories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FastMCP Skill Engine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Templating: {{ inputs.issue_key }} (Jinja2)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Conditions, compute steps, error handling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Auto-heal built into every skill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Running Skills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skill_run("start_work", '{"issue_key": "AAP-12345"}')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/start-work AAP-12345 (slash command)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All methods: same skill, auto-heal, memory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Auto-Remediation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Self-Healing Tools &amp;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24-33)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Common Failures → Auto-Fixed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VPN disconnected → "No route to host" → vpn_connect()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Token expired → "401 Unauthorized" → kube_login()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100% coverage: all 263 tools have @auto_heal decorators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The Learning Loop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check_known_issues() → looks up memory/learned/patterns.yaml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debug_tool() → analyzes source, proposes fix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learn_tool_fix() → saves fix forever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Key Insight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Fixes are remembered forever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The same mistake never happens twice!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Memory - Session Continuity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Persistent Context Across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30-33)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Why Memory Matters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Claude is stateless by default - each session starts fresh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Memory tracks: current work, learned patterns, session history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Memory Structure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state/ - current_work.yaml, environments.yaml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learned/ - patterns.yaml, tool_fixes.yaml, runbooks.yaml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sessions/ - daily activity logs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Session Continuity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session_start() loads: active issues, today's history, patterns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check_known_issues() prevents repeating mistakes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All skills log actions to session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Slack Bot &amp; IDE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52-56)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Slack Bot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Monitor channels for queries and alerts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Investigate Prometheus alerts automatically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Create Jira issues from conversations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Cursor VSCode Extension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Status bar: active issue, MR status, environment health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Tree view: Workflow Explorer in sidebar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Commands: 10+ palette commands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Notifications: toast alerts for pipeline status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Data Flow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Extension reads memory files + MCP server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D-Bus IPC for real-time Slack daemon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Quick Start &amp; Daily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130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(Full: Slides 57-60)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Installation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git clone → uv venv → uv pip install -e 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Configure Cursor MCP settings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session_start(agent="developer")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Daily Workflow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Morning: /coffee - briefing with priorities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Start: /start-work AAP-12345 - begin issue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Submit: /create-mr - code review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End: /beer - wrap up summary</a:t>
            </a:r>
          </a:p>
          <a:p>
            <a:pPr>
              <a:spcBef>
                <a:spcPts val="1200"/>
              </a:spcBef>
              <a:defRPr sz="2000" b="1">
                <a:solidFill>
                  <a:srgbClr val="8B5CF6"/>
                </a:solidFill>
              </a:defRPr>
            </a:pPr>
            <a:r>
              <a:t>Resources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📖 README, ⚡ 55 Skills, 🎭 Personas, 🔧 263 Tools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📚 66 Slash Commands documented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