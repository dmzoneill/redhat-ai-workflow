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all heard of prompt engineering - crafting better prompts for better results. But there's another dimension: context engineering. How do we manage what the AI knows before it even starts working?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engineering is about asking better questions. Context engineering is about ensuring the AI has the right background knowledge. We've been doing both - skills handle prompts, memory handles context. Now we're adding a knowledge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context window is finite but large. Our baseline - rules, tools, memory - uses only about 3% of available space. We have plenty of room for knowledge without crowding out task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already manage context well - personas reduce tool count by 30%, skills encode workflows, memory persists state. But we're missing project-specific knowledge that varies by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knowledge layer adds project-specific context that varies by persona. A developer needs to know about code patterns. A devops engineer needs deployment details. Same project, different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persona gets different knowledge. Developers see code patterns and gotchas. DevOps sees deployment details. The schema is flexible - whatever helps that persona be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knowledge, the AI has to rediscover patterns every time. With knowledge, it starts with understanding. The gotchas section is especially valuable - prevents hitting the same issues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loading is automatic. When you start a session, we detect your project and persona, then load the relevant knowledge. If none exists, we prompt you to generate it. Zero manual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tools for every knowledge operation. Scan to generate, load to use, update to refine, learn to capture insights. The bootstrap skill generates knowledge for all personas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doesn't just consume knowledge - it builds it. When completing tasks, learnings are extracted and saved. You get notified of significant updates. Over time, the knowledge base grows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have tools to manage projects in config.json. No more manual editing. The tools auto-detect settings from the project directory - language, branch, lint commands, test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Auto-detection examines the project directory and figures out settings automatically. It checks for config files, git remotes, directory structure. You just confirm and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add_project skill handles the complete workflow. It detects settings, validates access, adds to config, and optionally generates knowledge. One command to onboard a new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features are accessible via slash commands. Type /knowledge or /project to see options. Commands are documented in .cursor/commands/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VSCode extension now dynamically detects skills. No more manual updates when adding new skills. It reads tags from YAML files and categorizes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have a complete context engineering solution. Personas control tools. Skills encode workflows. Memory persists state. Knowledge provides project understanding. Project management keeps config.json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engineering ensures the AI starts each task with the right background. Combined with prompt engineering via skills, we get consistent, reliable outcomes. The system improves itself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started is easy. Run knowledge_scan to generate knowledge for your current project. Use project_add to onboard new projects. Everything is documented in the commands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Context Engineering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Managing AI context for consistent, repeatable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Prompt vs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Key Points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Prompt Engineering: Crafting better instructions for each task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Context Engineering: Managing what the AI knows before the task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Both are essential for consistent outcomes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We've been doing both - tools, skills, memory, personas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Visual: Two axes diagram - Prompt Quality vs Context Quality</a:t>
            </a:r>
          </a:p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Dimension | What It Controls | Our Solution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Prompt | Task instructions | Skills (YAML workflows)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Context | Background knowledge | Memory + Knowledge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The Context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Key Points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Claude has ~128K-200K token context window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Everything the AI "knows" must fit in this window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Includes: System prompt, tools, memory, user messages, file contents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Visual: Context window breakdown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CONTEXT WINDOW (~200K tokens)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CLAUDE.md + Rules           ~2,000 tokens                  │</a:t>
            </a:r>
            <a:br/>
            <a:r>
              <a:t>│  Tool Signatures (74 tools)  ~3,000 tokens                  │</a:t>
            </a:r>
            <a:br/>
            <a:r>
              <a:t>│  Memory State                ~200 tokens                    │</a:t>
            </a:r>
            <a:br/>
            <a:r>
              <a:t>│  Knowledge (NEW)             ~400 tokens                    │</a:t>
            </a:r>
            <a:br/>
            <a:r>
              <a:t>│  ─────────────────────────────────────────                  │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What We Already 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Key Points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Personas (fastmcp): Control which tools are loaded (~74-91 tools)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Memory: Persist state across sessions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Skills: Encode best practices into workflows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Auto-heal: Learn from failures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Visual: Current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Claude Session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PERSONAS          SKILLS           MEMORY                   │</a:t>
            </a:r>
            <a:br/>
            <a:r>
              <a:t>│  Tool profiles     Workflows        State persistence        │</a:t>
            </a:r>
            <a:br/>
            <a:r>
              <a:t>│  ~74-91 tools      55 skills        current_work.yaml       │</a:t>
            </a:r>
            <a:br/>
            <a:r>
              <a:t>│  30% reduction     Best practices   learned/patterns.yaml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Knowledge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Introducing the Knowledge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Key Points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Project-specific knowledge per persona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Architecture, patterns, gotchas, testing approaches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Auto-loaded at session start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 builds and maintains it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Visual: Knowledge structure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memory/knowledge/</a:t>
            </a:r>
            <a:br/>
            <a:r>
              <a:t>└── personas/</a:t>
            </a:r>
            <a:br/>
            <a:r>
              <a:t>    ├── developer/</a:t>
            </a:r>
            <a:br/>
            <a:r>
              <a:t>    │   └── automation-analytics-backend.yaml</a:t>
            </a:r>
            <a:br/>
            <a:r>
              <a:t>    ├── devops/</a:t>
            </a:r>
            <a:br/>
            <a:r>
              <a:t>    │   └── automation-analytics-backend.yaml</a:t>
            </a:r>
            <a:br/>
            <a:r>
              <a:t>    ├── tester/</a:t>
            </a:r>
            <a:br/>
            <a:r>
              <a:t>    │   └── automation-analytics-backend.yaml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Knowledge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Developer Knowledge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architecture:</a:t>
            </a:r>
            <a:br/>
            <a:r>
              <a:t>  framework: FastAPI</a:t>
            </a:r>
            <a:br/>
            <a:r>
              <a:t>  database: PostgreSQL</a:t>
            </a:r>
            <a:br/>
            <a:r>
              <a:t>  orm: SQLAlchemy</a:t>
            </a:r>
            <a:br/>
            <a:r>
              <a:t>  cache: Redis</a:t>
            </a:r>
            <a:br/>
            <a:br/>
            <a:r>
              <a:t>patterns:</a:t>
            </a:r>
            <a:br/>
            <a:r>
              <a:t>  api: "RESTful with OpenAPI"</a:t>
            </a:r>
            <a:br/>
            <a:r>
              <a:t>...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DevOps Knowledge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deployment:</a:t>
            </a:r>
            <a:br/>
            <a:r>
              <a:t>  platform: Konflux</a:t>
            </a:r>
            <a:br/>
            <a:r>
              <a:t>  namespace: aap-aa-tenant</a:t>
            </a:r>
            <a:br/>
            <a:r>
              <a:t>  </a:t>
            </a:r>
            <a:br/>
            <a:r>
              <a:t>ephemeral:</a:t>
            </a:r>
            <a:br/>
            <a:r>
              <a:t>  clowdapp: tower-analytics-clowdapp</a:t>
            </a:r>
            <a:br/>
            <a:r>
              <a:t>  image_base: quay.io/redhat-user-workloads/...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Build vs Pre-load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Without Pre-loaded Knowledge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User: "Add a new API endpoint"</a:t>
            </a:r>
            <a:br/>
            <a:br/>
            <a:r>
              <a:t>AI: [reads directory structure]      ← 1 tool call</a:t>
            </a:r>
            <a:br/>
            <a:r>
              <a:t>AI: [reads existing endpoint]        ← 1 tool call  </a:t>
            </a:r>
            <a:br/>
            <a:r>
              <a:t>AI: [reads test file]                ← 1 tool call</a:t>
            </a:r>
            <a:br/>
            <a:r>
              <a:t>AI: [reads conftest.py]              ← 1 tool call</a:t>
            </a:r>
            <a:br/>
            <a:r>
              <a:t>AI: [makes changes]</a:t>
            </a:r>
            <a:br/>
            <a:r>
              <a:t>AI: [runs tests, hits UTC gotcha]    ← Failure!</a:t>
            </a:r>
            <a:br/>
            <a:r>
              <a:t>...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With Pre-loaded Knowledge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User: "Add a new API endpoint"</a:t>
            </a:r>
            <a:br/>
            <a:br/>
            <a:r>
              <a:t>AI: [already knows: FastAPI, SQLAlchemy, pytest, UTC timestamps]</a:t>
            </a:r>
            <a:br/>
            <a:r>
              <a:t>AI: [makes changes following known patterns]</a:t>
            </a:r>
            <a:br/>
            <a:r>
              <a:t>AI: [runs tests]                     ← Success!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Time saved: 3-5 minutes per 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Auto-Loading at Session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How It Works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session_start(agent="developer")</a:t>
            </a:r>
            <a:br/>
            <a:br/>
            <a:r>
              <a:t># 1. Detect current project from working directory</a:t>
            </a:r>
            <a:br/>
            <a:r>
              <a:t>project = detect_current_project()  # "automation-analytics-backend"</a:t>
            </a:r>
            <a:br/>
            <a:br/>
            <a:r>
              <a:t># 2. Get current persona</a:t>
            </a:r>
            <a:br/>
            <a:r>
              <a:t>persona = "developer"</a:t>
            </a:r>
            <a:br/>
            <a:br/>
            <a:r>
              <a:t>...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Result: Context is ready before you ask your first question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Knowledge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Tool | Purpose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`knowledge_load(project, persona)` | Load knowledge into context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`knowledge_scan(project, persona)` | Scan project and generate knowledge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`knowledge_update(section, content)` | Update specific sections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`knowledge_learn(learning, task)` | Record learnings from tasks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`knowledge_list()` | List available knowledge files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Skills</a:t>
            </a:r>
          </a:p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Skill | Purpose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`bootstrap_knowledge` | Full scan for all personas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`learn_architecture` | Deep architecture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Continuous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Key Points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 scans project to generate initial knowledge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Learnings captured during task completion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Notifications when knowledge is updated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Human reviews significant changes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Flow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┌─────────────┐    ┌─────────────┐    ┌─────────────┐</a:t>
            </a:r>
            <a:br/>
            <a:r>
              <a:t>│   Task      │ -&gt; │  Learning   │ -&gt; │  Knowledge  │</a:t>
            </a:r>
            <a:br/>
            <a:r>
              <a:t>│ Completed   │    │  Extracted  │    │  Updated    │</a:t>
            </a:r>
            <a:br/>
            <a:r>
              <a:t>└─────────────┘    └─────────────┘    └─────────────┘</a:t>
            </a:r>
            <a:br/>
            <a:r>
              <a:t>                          │</a:t>
            </a:r>
            <a:br/>
            <a:r>
              <a:t>                          ▼</a:t>
            </a:r>
            <a:br/>
            <a:r>
              <a:t>                   ┌─────────────┐</a:t>
            </a:r>
            <a:br/>
            <a:r>
              <a:t>                   │ Notification│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Project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Managing Projects in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Projects defined in config.json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Manual editing is error-prone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Settings need to be detected, not guessed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The Solution: Project management tools</a:t>
            </a:r>
          </a:p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Tool | Purpose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`project_list()` | List all configured projects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`project_detect(path)` | Auto-detect project settings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`project_add(...)` | Add a new project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`project_update(...)` | Update project settings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`project_remove(...)` | Remove a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Auto-Detection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What Gets Detected</a:t>
            </a:r>
          </a:p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Setting | Detection Method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Language | pyproject.toml, package.json, go.mod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Default branch | git symbolic-ref refs/remotes/origin/HEAD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GitLab remote | git remote get-url origin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Lint command | Config files (black, flake8, eslint)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Test command | Test framework detection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Scopes | Directory structure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Example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project_detect(path="/home/user/src/new-project")</a:t>
            </a:r>
            <a:br/>
            <a:br/>
            <a:r>
              <a:t># Output:</a:t>
            </a:r>
            <a:br/>
            <a:r>
              <a:t># Language: python</a:t>
            </a:r>
            <a:br/>
            <a:r>
              <a:t># Default Branch: main</a:t>
            </a:r>
            <a:br/>
            <a:r>
              <a:t># GitLab: myorg/new-project</a:t>
            </a:r>
            <a:br/>
            <a:r>
              <a:t># Lint Command: black --check . &amp;&amp; flake8 .</a:t>
            </a:r>
            <a:br/>
            <a:r>
              <a:t># Test Command: pytest tests/ -v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The add_project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Skill Steps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1. detect_settings    → Auto-detect from directory</a:t>
            </a:r>
            <a:br/>
            <a:r>
              <a:t>2. validate_path      → Verify path exists</a:t>
            </a:r>
            <a:br/>
            <a:r>
              <a:t>3. get_project_name   → Determine project name</a:t>
            </a:r>
            <a:br/>
            <a:r>
              <a:t>4. check_gitlab_access → Verify GitLab is accessible</a:t>
            </a:r>
            <a:br/>
            <a:r>
              <a:t>5. check_jira_access  → Verify Jira project exists</a:t>
            </a:r>
            <a:br/>
            <a:r>
              <a:t>6. add_project        → Add to config.json</a:t>
            </a:r>
            <a:br/>
            <a:r>
              <a:t>7. setup_quay_repo    → Configure Quay (optional)</a:t>
            </a:r>
            <a:br/>
            <a:r>
              <a:t>8. setup_bonfire_app  → Configure Bonfire (optional)</a:t>
            </a:r>
            <a:br/>
            <a:r>
              <a:t>...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Usage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skill_run("add_project", '{</a:t>
            </a:r>
            <a:br/>
            <a:r>
              <a:t>    "path": "/home/user/src/new-service",</a:t>
            </a:r>
            <a:br/>
            <a:r>
              <a:t>    "jira_project": "AAP",</a:t>
            </a:r>
            <a:br/>
            <a:r>
              <a:t>    "generate_knowledge": true</a:t>
            </a:r>
            <a:br/>
            <a:r>
              <a:t>}')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Cursor Commands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New Slash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Knowledge Commands</a:t>
            </a:r>
          </a:p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Command | Purpose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`/knowledge-scan` | Scan project for knowledge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`/knowledge-load` | Load knowledge into context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`/knowledge-update` | Update specific sections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`/knowledge-learn` | Record learnings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`/knowledge-list` | List knowledge files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`/bootstrap-knowledge` | Full knowledge generation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`/learn-architecture` | Deep architecture scan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Project Commands</a:t>
            </a:r>
          </a:p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Command | Purpose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`/add-project` | Add project to config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`/list-projects` | List configured projects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`/detect-project` | Auto-detect settings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`/remove-project` | Remove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VSCode Extension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Key Points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Extension now reads skill tags from YAML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Skills auto-categorized by tags or name patterns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New categories: Knowledge, Project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Icons inferred from skill names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Before: Hardcoded skill lists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After: Dynamic detection from skills/ directory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New Categories</a:t>
            </a:r>
          </a:p>
          <a:p>
            <a:pPr>
              <a:spcBef>
                <a:spcPts val="800"/>
              </a:spcBef>
              <a:defRPr sz="1400" b="1">
                <a:solidFill>
                  <a:srgbClr val="8B5CF6"/>
                </a:solidFill>
              </a:defRPr>
            </a:pPr>
            <a:r>
              <a:t>Category | Icon | Skills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Knowledge | 📚 | bootstrap_knowledge, learn_architecture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Project | 📁 | add_project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The Complete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Visual: Full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Claude Session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PERSONAS          SKILLS           MEMORY                   │</a:t>
            </a:r>
            <a:br/>
            <a:r>
              <a:t>│  Tool profiles     Workflows        State persistence        │</a:t>
            </a:r>
            <a:br/>
            <a:r>
              <a:t>│  ~74-91 tools      55+ skills       current_work.yaml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KNOWLEDGE (NEW)                                             │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Key Points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Context engineering is as important as prompt engineering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Pre-loaded knowledge saves time and prevents errors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 builds and maintains its own knowledge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Project management tools eliminate manual config editing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Everything is accessible via slash commands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The Result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More consistent AI behavior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Fewer repeated mistakes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Faster task completion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Self-improving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Generate Knowledge for Your Project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# Scan current project</a:t>
            </a:r>
            <a:br/>
            <a:r>
              <a:t>knowledge_scan()</a:t>
            </a:r>
            <a:br/>
            <a:br/>
            <a:r>
              <a:t># Or full bootstrap for all personas</a:t>
            </a:r>
            <a:br/>
            <a:r>
              <a:t>skill_run("bootstrap_knowledge", '{"project": "my-project"}')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Add a New Project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Courier New"/>
              </a:defRPr>
            </a:pPr>
            <a:r>
              <a:t># Detect and add</a:t>
            </a:r>
            <a:br/>
            <a:r>
              <a:t>project_detect(path="/path/to/project")</a:t>
            </a:r>
            <a:br/>
            <a:r>
              <a:t>project_add(name="my-project", path="/path", gitlab="org/repo", jira_project="AAP")</a:t>
            </a:r>
            <a:br/>
            <a:br/>
            <a:r>
              <a:t># Or use the skill</a:t>
            </a:r>
            <a:br/>
            <a:r>
              <a:t>skill_run("add_project", '{"path": "/path/to/project", "jira_project": "AAP"}')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Resources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`/knowledge-list` - See available knowledge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`/list-projects` - See configured projects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`docs/commands/project_tools.md` - Full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